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Buy &amp; Hold</c:v>
                  </c:pt>
                  <c:pt idx="1">
                    <c:v>KRONOS v1.0</c:v>
                  </c:pt>
                  <c:pt idx="2">
                    <c:v>Benchmark
Naive</c:v>
                  </c:pt>
                  <c:pt idx="3">
                    <c:v>KRONOS v2.0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-0.142</c:v>
                </c:pt>
                <c:pt idx="1">
                  <c:v>0.307</c:v>
                </c:pt>
                <c:pt idx="2">
                  <c:v>0.382</c:v>
                </c:pt>
                <c:pt idx="3">
                  <c:v>0.86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0.3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KRONOS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317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Trading System for EUR/USD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2971800"/>
            <a:ext cx="5943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1089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"Knowing when to trade is more valuable than knowing what to predict."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2976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Bollas  |  Universidad del Valle de Mexico  |  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  Mercado Eficiente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EUR/USD es el par mas liquido del mundo. Las ineficiencias son arbitradas rapidamente por instituciones.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  Precision No Basta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con 51% de accuracy puede perder dinero si opera en el momento equivocado.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74320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18872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La Pregunta Correcta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8288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que va a hacer el mercado. Si: en que condiciones tiene sentido operar.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 KRONOS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8872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00200" y="1188720"/>
            <a:ext cx="717804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20700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 •  NewsAPI  •  FRED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600200"/>
            <a:ext cx="0" cy="20116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01368"/>
            <a:ext cx="11887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0200" y="1938528"/>
            <a:ext cx="717804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95681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 |  HMM  |  FinBERT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350008"/>
            <a:ext cx="0" cy="20116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51176"/>
            <a:ext cx="11887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968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2688336"/>
            <a:ext cx="717804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270662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Fusion + SHAP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099816"/>
            <a:ext cx="0" cy="20116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300984"/>
            <a:ext cx="1188720" cy="548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4670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00200" y="3438144"/>
            <a:ext cx="717804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34564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  (BUY / SELL / HOLD)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849624"/>
            <a:ext cx="0" cy="20116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050792"/>
            <a:ext cx="1188720" cy="5486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 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00200" y="4187952"/>
            <a:ext cx="717804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42062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  (6 reglas)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Validacion del Alpha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construir, validamos que el alpha existe: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35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Hurst Exponent (R/S)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435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 = 0.565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435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— alpha existe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Hurst Exponent (R/S)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58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Foresight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258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Sharpe 17.36 (1d)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258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abundante disponible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532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Foresight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Optimo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081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20d = 80% accuracy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3081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 = 49% (casi aleatorio)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5584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Optimo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73152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04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904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 = 0.40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3904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sentimiento real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1788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Hallazgo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3832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KRONOS v1.0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Horizonte: 5 dias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Opera: siempre (100%)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Predice: direccion binaria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Sharpe: 0.307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3383280"/>
          </a:xfrm>
          <a:prstGeom prst="rect">
            <a:avLst/>
          </a:prstGeom>
          <a:solidFill>
            <a:srgbClr val="0D334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KRONOS v2.0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Horizonte: 20 dias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Opera: solo 20% del tiempo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Regimenes: Normal + Turbulento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Sharpe: 0.860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2788920"/>
            <a:ext cx="502920" cy="0"/>
          </a:xfrm>
          <a:prstGeom prst="line">
            <a:avLst/>
          </a:prstGeom>
          <a:noFill/>
          <a:ln w="381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C430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HMM: Deteccion de Regimenes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432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274320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 0: TRANQUILO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23317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1,832 dias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2926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45.4%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246888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HOLD siempre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051560"/>
            <a:ext cx="27432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05156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 1: NORMAL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8.4%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3317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1,518 dias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926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37.7%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3520440"/>
            <a:ext cx="24688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Threshold 0.65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1051560"/>
            <a:ext cx="27432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1051560"/>
            <a:ext cx="274320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 2: TURBULENTO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43800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12.8%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43800" y="23317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681 dias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43800" y="2926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16.9%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3520440"/>
            <a:ext cx="246888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Threshold 0.60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Comparativos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97280"/>
            <a:ext cx="3017520" cy="1097280"/>
          </a:xfrm>
          <a:prstGeom prst="rect">
            <a:avLst/>
          </a:prstGeom>
          <a:solidFill>
            <a:srgbClr val="1F29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1143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v2.0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89320" y="13898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0.860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89320" y="1901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0.307 v1.0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2423160"/>
            <a:ext cx="3017520" cy="1097280"/>
          </a:xfrm>
          <a:prstGeom prst="rect">
            <a:avLst/>
          </a:prstGeom>
          <a:solidFill>
            <a:srgbClr val="1F29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2468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activo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9320" y="27157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989320" y="32278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100% v1.0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3749040"/>
            <a:ext cx="3017520" cy="1097280"/>
          </a:xfrm>
          <a:prstGeom prst="rect">
            <a:avLst/>
          </a:prstGeom>
          <a:solidFill>
            <a:srgbClr val="1F29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3794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40416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-2.7%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989320" y="45537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-20.7% v1.0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Tecnologico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PatchTST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neuralforecast  |  405K params, MAE 0.036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9728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HMM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hmmlearn  |  3 estados, Gaussiano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31720"/>
            <a:ext cx="7315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04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FinBERT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770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 |  97% accuracy financiero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331720"/>
            <a:ext cx="7315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04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 + SHAP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770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|  Fusion + interpretabilidad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PPO Agent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005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stable-baselines3  |  300K timesteps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566160"/>
            <a:ext cx="7315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4005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 |  50+ titulares diarios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Limitaciones y Trabajo Futuro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Limitaciones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73152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08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 historico requiere datos premium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73152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2860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limitado a 13 anos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73152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063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necesita mejor reward function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Trabajo Futuro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7315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508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4H historicos via Polygon.io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7315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22860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iTransformer (ICLR 2024) vs PatchTST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7315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en vivo — 3 meses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840480"/>
            <a:ext cx="7315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3840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 GBP/JPY, AUD/NZD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051560"/>
            <a:ext cx="0" cy="347472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1143000"/>
            <a:ext cx="6400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"Knowing WHEN to trade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more valuable than knowing WHAT to predict."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0.860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— supera benchmark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— opera selectivamente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H=0.565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— Hurst R/S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github.com/diegobollas/kronos-trading-system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KRONOS — Algorithmic Trading System</dc:title>
  <dc:subject>PptxGenJS Presentation</dc:subject>
  <dc:creator>Diego Bollas</dc:creator>
  <cp:lastModifiedBy>Diego Bollas</cp:lastModifiedBy>
  <cp:revision>1</cp:revision>
  <dcterms:created xsi:type="dcterms:W3CDTF">2026-04-08T22:51:40Z</dcterms:created>
  <dcterms:modified xsi:type="dcterms:W3CDTF">2026-04-08T22:51:40Z</dcterms:modified>
</cp:coreProperties>
</file>